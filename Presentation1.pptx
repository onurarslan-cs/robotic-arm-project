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  <p:sldId id="256" r:id="rId5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3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35004-6143-9453-E2DD-92B6E27E2D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85AA1D-D796-FF50-5D69-C7CF2D61A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FB3CE-F394-50DE-206E-55173C662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FA638-A526-4247-A472-31B1331DD383}" type="datetimeFigureOut">
              <a:rPr lang="tr-TR" smtClean="0"/>
              <a:t>9.01.2024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11AED-154D-1042-5E07-AF11B8836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2981E-1A1B-98A4-FA8F-CADB72DED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AB3E5-20A3-47D0-AD5A-D04DBE54B9A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07098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63E3E-A299-4E3D-135E-2AE90EEA2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E321A-C246-710E-21BC-4122AC973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C7B98-EFBB-8830-E56C-EEE2FA59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FA638-A526-4247-A472-31B1331DD383}" type="datetimeFigureOut">
              <a:rPr lang="tr-TR" smtClean="0"/>
              <a:t>9.01.2024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10741-644F-4DFA-D686-127F07CD3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134C2-B729-C082-C5C0-EE17F8AEF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AB3E5-20A3-47D0-AD5A-D04DBE54B9A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65727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496D6-C178-CE45-0FE2-1FEEE0953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8C01E-BF89-F0AD-35B4-15D41ED02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5C32E-7893-066A-F6B3-F246F2695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FA638-A526-4247-A472-31B1331DD383}" type="datetimeFigureOut">
              <a:rPr lang="tr-TR" smtClean="0"/>
              <a:t>9.01.2024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FF907-58AD-1946-069D-FC53AF686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B79D5-D346-3EF6-EBF8-398068641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AB3E5-20A3-47D0-AD5A-D04DBE54B9A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16031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5F256-8145-D070-00C6-2AAA2A61C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F1DAC-81E8-BCE6-69E0-6F8932519C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716E2E-C4A0-C290-B577-6F637E74E7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5F98C1-2D34-BF2D-D85F-39666E69B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FA638-A526-4247-A472-31B1331DD383}" type="datetimeFigureOut">
              <a:rPr lang="tr-TR" smtClean="0"/>
              <a:t>9.01.2024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503BA7-A792-321C-931F-368954FB5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D17D71-045F-CAB3-9167-9AD1CF5FF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AB3E5-20A3-47D0-AD5A-D04DBE54B9A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29453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1742E-A30C-FD51-ABA5-2999D5DEF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DC0E48-B798-C6FB-996F-C9370BFF5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D0CD7D-63F4-B2E5-C900-CAA654959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3BB3BD-5E64-A930-C427-41C6BAC0C3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849DE1-83EF-44D2-9A35-CDB39D1C69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6C1A32-EC48-77D4-9CB5-14E5FC855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FA638-A526-4247-A472-31B1331DD383}" type="datetimeFigureOut">
              <a:rPr lang="tr-TR" smtClean="0"/>
              <a:t>9.01.2024</a:t>
            </a:fld>
            <a:endParaRPr lang="tr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562431-CB51-B684-077B-26D35A998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B4A2CD-2F4A-73A5-E6C0-72A8747B5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AB3E5-20A3-47D0-AD5A-D04DBE54B9A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52307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202B8-CEF7-D4D6-91D7-AC86C3D62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5FE28C-A446-E949-FAFF-C93688C04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FA638-A526-4247-A472-31B1331DD383}" type="datetimeFigureOut">
              <a:rPr lang="tr-TR" smtClean="0"/>
              <a:t>9.01.2024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699BBF-21FA-5BD1-04F4-C57202BE1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8D02C6-B101-9B5F-3BA4-9871F7E19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AB3E5-20A3-47D0-AD5A-D04DBE54B9A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92420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AF086D-164C-BB0C-5A1E-5CB12FF88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FA638-A526-4247-A472-31B1331DD383}" type="datetimeFigureOut">
              <a:rPr lang="tr-TR" smtClean="0"/>
              <a:t>9.01.2024</a:t>
            </a:fld>
            <a:endParaRPr lang="tr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6AE7-4E97-4F45-8BEF-C67B338CA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2541A8-395E-7FA4-C302-1972D6185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AB3E5-20A3-47D0-AD5A-D04DBE54B9A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75633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C1467-F467-DA01-4874-C668D5FCC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6F9F7-6DA1-FF00-E9C0-03CDDADF7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69FE49-4E02-3FE0-62B0-E5952F744D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E3D855-8AF4-9C10-EC64-B8FC8F0BE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FA638-A526-4247-A472-31B1331DD383}" type="datetimeFigureOut">
              <a:rPr lang="tr-TR" smtClean="0"/>
              <a:t>9.01.2024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435A44-BD81-6B8B-EE37-46B64817A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985EDE-D587-EFE2-7E04-00F0693BD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AB3E5-20A3-47D0-AD5A-D04DBE54B9A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17526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2AE8A-B0E0-89F9-C6F4-75E4902A6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61C37C-E7C7-5B93-ED81-47F1342FA2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EB1C8B-4934-324E-B7D4-D1246F17E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30916B-5336-66F0-C02B-1D962B776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FA638-A526-4247-A472-31B1331DD383}" type="datetimeFigureOut">
              <a:rPr lang="tr-TR" smtClean="0"/>
              <a:t>9.01.2024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8FEB5C-88F8-7E18-FDBE-87C92E27E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73B964-7275-EBF5-7D74-D4814CF14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AB3E5-20A3-47D0-AD5A-D04DBE54B9A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73154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D369C-81E4-35F0-F5DC-ADB07A23E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50D0D6-07BE-29B0-88C7-31F5E9BF5E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8E2D7-5DC8-1958-009D-FAB805EA9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FA638-A526-4247-A472-31B1331DD383}" type="datetimeFigureOut">
              <a:rPr lang="tr-TR" smtClean="0"/>
              <a:t>9.01.2024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03187-AA72-D759-0C89-6DEAFD31C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D29F3-4E3F-B8DB-7BA4-FB21FBB3F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AB3E5-20A3-47D0-AD5A-D04DBE54B9A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24799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56B7DD-E699-7922-C06F-53E9E4E4BC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291E4F-A0E8-63C0-5F33-60558D1FF4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97C99-AE40-B4D5-79D8-B12E0C01C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FA638-A526-4247-A472-31B1331DD383}" type="datetimeFigureOut">
              <a:rPr lang="tr-TR" smtClean="0"/>
              <a:t>9.01.2024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E42AB-74AC-C661-B908-0F8B8D1D8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11748-1B16-92BE-543F-C8B9C1BEC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AB3E5-20A3-47D0-AD5A-D04DBE54B9A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73601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1A1E8F-C1EE-8515-0DE3-F579350E0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0A5C47-24C1-E625-2E62-D99D5DE9C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00BA8-3885-7250-0F81-DB53D19D68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4FA638-A526-4247-A472-31B1331DD383}" type="datetimeFigureOut">
              <a:rPr lang="tr-TR" smtClean="0"/>
              <a:t>9.01.2024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4FFF3-6289-70BC-3FF3-15E6FECD7A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F4B0B-09FC-A2A1-B526-4A5832CD1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6AB3E5-20A3-47D0-AD5A-D04DBE54B9A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35128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821F258-AD9A-E122-7C10-C9206ACA63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2064" y="0"/>
            <a:ext cx="36478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266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C7667F6E-E61E-B2B2-3FEA-11B5AFC3E20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556" b="33556"/>
          <a:stretch>
            <a:fillRect/>
          </a:stretch>
        </p:blipFill>
        <p:spPr>
          <a:xfrm>
            <a:off x="2662518" y="987425"/>
            <a:ext cx="7225553" cy="5269940"/>
          </a:xfrm>
        </p:spPr>
      </p:pic>
    </p:spTree>
    <p:extLst>
      <p:ext uri="{BB962C8B-B14F-4D97-AF65-F5344CB8AC3E}">
        <p14:creationId xmlns:p14="http://schemas.microsoft.com/office/powerpoint/2010/main" val="1573752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C823597-40C6-AA6A-8F7E-BD36384877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799" y="0"/>
            <a:ext cx="89144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735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34C3DA6-AA50-F77E-6F4A-0025271206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256" y="1483552"/>
            <a:ext cx="5671812" cy="425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316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onur arslan</dc:creator>
  <cp:lastModifiedBy>onur arslan</cp:lastModifiedBy>
  <cp:revision>1</cp:revision>
  <dcterms:created xsi:type="dcterms:W3CDTF">2024-01-09T14:57:05Z</dcterms:created>
  <dcterms:modified xsi:type="dcterms:W3CDTF">2024-01-09T14:57:12Z</dcterms:modified>
</cp:coreProperties>
</file>